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jfwBL/G9Y0/kojz1H5UAIhrh7r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12" type="sldNum"/>
          </p:nvPr>
        </p:nvSpPr>
        <p:spPr>
          <a:xfrm>
            <a:off x="6992303" y="6948171"/>
            <a:ext cx="5349239" cy="367029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4;n"/>
          <p:cNvSpPr txBox="1"/>
          <p:nvPr>
            <p:ph idx="2" type="hdr"/>
          </p:nvPr>
        </p:nvSpPr>
        <p:spPr>
          <a:xfrm>
            <a:off x="0" y="1"/>
            <a:ext cx="5349239" cy="367030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10" type="dt"/>
          </p:nvPr>
        </p:nvSpPr>
        <p:spPr>
          <a:xfrm>
            <a:off x="6992303" y="1"/>
            <a:ext cx="5349239" cy="367030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/>
          <p:nvPr>
            <p:ph idx="3" type="sldImg"/>
          </p:nvPr>
        </p:nvSpPr>
        <p:spPr>
          <a:xfrm>
            <a:off x="3978275" y="914400"/>
            <a:ext cx="4387850" cy="2468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" name="Google Shape;7;n"/>
          <p:cNvSpPr txBox="1"/>
          <p:nvPr>
            <p:ph idx="1" type="body"/>
          </p:nvPr>
        </p:nvSpPr>
        <p:spPr>
          <a:xfrm>
            <a:off x="1234440" y="3520440"/>
            <a:ext cx="9875520" cy="2880360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1" type="ftr"/>
          </p:nvPr>
        </p:nvSpPr>
        <p:spPr>
          <a:xfrm>
            <a:off x="0" y="6948171"/>
            <a:ext cx="5349239" cy="367029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 txBox="1"/>
          <p:nvPr>
            <p:ph idx="12" type="sldNum"/>
          </p:nvPr>
        </p:nvSpPr>
        <p:spPr>
          <a:xfrm>
            <a:off x="6992303" y="6948171"/>
            <a:ext cx="5349239" cy="367029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:notes"/>
          <p:cNvSpPr/>
          <p:nvPr>
            <p:ph idx="2" type="sldImg"/>
          </p:nvPr>
        </p:nvSpPr>
        <p:spPr>
          <a:xfrm>
            <a:off x="3978275" y="914400"/>
            <a:ext cx="4387850" cy="24685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1234440" y="3520440"/>
            <a:ext cx="9875520" cy="2880360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3" name="Google Shape;53;p1:notes"/>
          <p:cNvSpPr txBox="1"/>
          <p:nvPr>
            <p:ph idx="3" type="sldNum"/>
          </p:nvPr>
        </p:nvSpPr>
        <p:spPr>
          <a:xfrm>
            <a:off x="6992303" y="6948171"/>
            <a:ext cx="5349239" cy="367029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1234440" y="3520440"/>
            <a:ext cx="9875520" cy="2880360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:notes"/>
          <p:cNvSpPr/>
          <p:nvPr>
            <p:ph idx="2" type="sldImg"/>
          </p:nvPr>
        </p:nvSpPr>
        <p:spPr>
          <a:xfrm>
            <a:off x="3978275" y="914400"/>
            <a:ext cx="4387850" cy="2468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1234440" y="3520440"/>
            <a:ext cx="9875520" cy="2880360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:notes"/>
          <p:cNvSpPr/>
          <p:nvPr>
            <p:ph idx="2" type="sldImg"/>
          </p:nvPr>
        </p:nvSpPr>
        <p:spPr>
          <a:xfrm>
            <a:off x="3978275" y="914400"/>
            <a:ext cx="4387850" cy="2468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1234440" y="3520440"/>
            <a:ext cx="9875520" cy="2880360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/>
          <p:nvPr>
            <p:ph idx="2" type="sldImg"/>
          </p:nvPr>
        </p:nvSpPr>
        <p:spPr>
          <a:xfrm>
            <a:off x="3978275" y="914400"/>
            <a:ext cx="4387850" cy="2468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1234440" y="3520440"/>
            <a:ext cx="9875520" cy="2880360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:notes"/>
          <p:cNvSpPr/>
          <p:nvPr>
            <p:ph idx="2" type="sldImg"/>
          </p:nvPr>
        </p:nvSpPr>
        <p:spPr>
          <a:xfrm>
            <a:off x="3978275" y="914400"/>
            <a:ext cx="4387850" cy="2468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 txBox="1"/>
          <p:nvPr>
            <p:ph idx="1" type="body"/>
          </p:nvPr>
        </p:nvSpPr>
        <p:spPr>
          <a:xfrm>
            <a:off x="1234440" y="3520440"/>
            <a:ext cx="9875520" cy="2880360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:notes"/>
          <p:cNvSpPr/>
          <p:nvPr>
            <p:ph idx="2" type="sldImg"/>
          </p:nvPr>
        </p:nvSpPr>
        <p:spPr>
          <a:xfrm>
            <a:off x="3978275" y="914400"/>
            <a:ext cx="4387850" cy="2468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:notes"/>
          <p:cNvSpPr txBox="1"/>
          <p:nvPr>
            <p:ph idx="1" type="body"/>
          </p:nvPr>
        </p:nvSpPr>
        <p:spPr>
          <a:xfrm>
            <a:off x="1234440" y="3520440"/>
            <a:ext cx="9875520" cy="2880360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:notes"/>
          <p:cNvSpPr/>
          <p:nvPr>
            <p:ph idx="2" type="sldImg"/>
          </p:nvPr>
        </p:nvSpPr>
        <p:spPr>
          <a:xfrm>
            <a:off x="3978275" y="914400"/>
            <a:ext cx="4387850" cy="2468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showMasterSp="0" type="title">
  <p:cSld name="TITLE">
    <p:bg>
      <p:bgPr>
        <a:solidFill>
          <a:srgbClr val="FFFFFF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p9"/>
          <p:cNvGrpSpPr/>
          <p:nvPr/>
        </p:nvGrpSpPr>
        <p:grpSpPr>
          <a:xfrm>
            <a:off x="0" y="6179518"/>
            <a:ext cx="12192000" cy="714053"/>
            <a:chOff x="0" y="6179518"/>
            <a:chExt cx="12192000" cy="714053"/>
          </a:xfrm>
        </p:grpSpPr>
        <p:sp>
          <p:nvSpPr>
            <p:cNvPr id="23" name="Google Shape;23;p9"/>
            <p:cNvSpPr/>
            <p:nvPr/>
          </p:nvSpPr>
          <p:spPr>
            <a:xfrm>
              <a:off x="0" y="6179518"/>
              <a:ext cx="12192000" cy="714053"/>
            </a:xfrm>
            <a:prstGeom prst="rect">
              <a:avLst/>
            </a:prstGeom>
            <a:solidFill>
              <a:srgbClr val="DDEA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" name="Google Shape;24;p9"/>
            <p:cNvGrpSpPr/>
            <p:nvPr/>
          </p:nvGrpSpPr>
          <p:grpSpPr>
            <a:xfrm>
              <a:off x="199242" y="6324619"/>
              <a:ext cx="3401208" cy="456764"/>
              <a:chOff x="199242" y="6324619"/>
              <a:chExt cx="3401208" cy="456764"/>
            </a:xfrm>
          </p:grpSpPr>
          <p:pic>
            <p:nvPicPr>
              <p:cNvPr descr="DUET" id="25" name="Google Shape;25;p9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199242" y="6324619"/>
                <a:ext cx="456765" cy="45676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EDGE Bangladesh" id="26" name="Google Shape;26;p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15962" y="6346349"/>
                <a:ext cx="860425" cy="41330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BCCTMS - Login" id="27" name="Google Shape;27;p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836342" y="6357499"/>
                <a:ext cx="1764108" cy="39100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28" name="Google Shape;28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0" type="dt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1"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2"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3" name="Google Shape;33;p9"/>
          <p:cNvGrpSpPr/>
          <p:nvPr/>
        </p:nvGrpSpPr>
        <p:grpSpPr>
          <a:xfrm>
            <a:off x="493487" y="391886"/>
            <a:ext cx="11219542" cy="5584507"/>
            <a:chOff x="1028700" y="1028700"/>
            <a:chExt cx="16230600" cy="8229600"/>
          </a:xfrm>
        </p:grpSpPr>
        <p:sp>
          <p:nvSpPr>
            <p:cNvPr id="34" name="Google Shape;34;p9"/>
            <p:cNvSpPr/>
            <p:nvPr/>
          </p:nvSpPr>
          <p:spPr>
            <a:xfrm>
              <a:off x="1028700" y="1028700"/>
              <a:ext cx="2516101" cy="2516101"/>
            </a:xfrm>
            <a:custGeom>
              <a:rect b="b" l="l" r="r" t="t"/>
              <a:pathLst>
                <a:path extrusionOk="0" h="2516101" w="2516101">
                  <a:moveTo>
                    <a:pt x="0" y="0"/>
                  </a:moveTo>
                  <a:lnTo>
                    <a:pt x="2516101" y="0"/>
                  </a:lnTo>
                  <a:lnTo>
                    <a:pt x="2516101" y="2516101"/>
                  </a:lnTo>
                  <a:lnTo>
                    <a:pt x="0" y="251610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5" name="Google Shape;35;p9"/>
            <p:cNvSpPr/>
            <p:nvPr/>
          </p:nvSpPr>
          <p:spPr>
            <a:xfrm rot="10800000">
              <a:off x="14743199" y="6742199"/>
              <a:ext cx="2516101" cy="2516101"/>
            </a:xfrm>
            <a:custGeom>
              <a:rect b="b" l="l" r="r" t="t"/>
              <a:pathLst>
                <a:path extrusionOk="0" h="2516101" w="2516101">
                  <a:moveTo>
                    <a:pt x="2516101" y="2516101"/>
                  </a:moveTo>
                  <a:lnTo>
                    <a:pt x="0" y="2516101"/>
                  </a:lnTo>
                  <a:lnTo>
                    <a:pt x="0" y="0"/>
                  </a:lnTo>
                  <a:lnTo>
                    <a:pt x="2516101" y="0"/>
                  </a:lnTo>
                  <a:lnTo>
                    <a:pt x="2516101" y="2516101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6" name="Google Shape;36;p9"/>
            <p:cNvSpPr/>
            <p:nvPr/>
          </p:nvSpPr>
          <p:spPr>
            <a:xfrm flipH="1">
              <a:off x="14743199" y="1028700"/>
              <a:ext cx="2516101" cy="2516101"/>
            </a:xfrm>
            <a:custGeom>
              <a:rect b="b" l="l" r="r" t="t"/>
              <a:pathLst>
                <a:path extrusionOk="0" h="2516101" w="2516101">
                  <a:moveTo>
                    <a:pt x="2516101" y="0"/>
                  </a:moveTo>
                  <a:lnTo>
                    <a:pt x="0" y="0"/>
                  </a:lnTo>
                  <a:lnTo>
                    <a:pt x="0" y="2516101"/>
                  </a:lnTo>
                  <a:lnTo>
                    <a:pt x="2516101" y="2516101"/>
                  </a:lnTo>
                  <a:lnTo>
                    <a:pt x="2516101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7" name="Google Shape;37;p9"/>
            <p:cNvSpPr/>
            <p:nvPr/>
          </p:nvSpPr>
          <p:spPr>
            <a:xfrm flipH="1" rot="10800000">
              <a:off x="1028700" y="6678599"/>
              <a:ext cx="2516101" cy="2516101"/>
            </a:xfrm>
            <a:custGeom>
              <a:rect b="b" l="l" r="r" t="t"/>
              <a:pathLst>
                <a:path extrusionOk="0" h="2516101" w="2516101">
                  <a:moveTo>
                    <a:pt x="0" y="2516101"/>
                  </a:moveTo>
                  <a:lnTo>
                    <a:pt x="2516101" y="2516101"/>
                  </a:lnTo>
                  <a:lnTo>
                    <a:pt x="2516101" y="0"/>
                  </a:lnTo>
                  <a:lnTo>
                    <a:pt x="0" y="0"/>
                  </a:lnTo>
                  <a:lnTo>
                    <a:pt x="0" y="2516101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type="title"/>
          </p:nvPr>
        </p:nvSpPr>
        <p:spPr>
          <a:xfrm>
            <a:off x="838200" y="474664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0" type="dt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1"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Times New Roman"/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Times New Roman"/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Times New Roman"/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Times New Roman"/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Times New Roman"/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Times New Roman"/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Times New Roman"/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Times New Roman"/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Times New Roman"/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838201" y="1944688"/>
            <a:ext cx="10515600" cy="4122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idx="10" type="dt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1"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Times New Roman"/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Times New Roman"/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Times New Roman"/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Times New Roman"/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Times New Roman"/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Times New Roman"/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Times New Roman"/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Times New Roman"/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Times New Roman"/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11"/>
          <p:cNvSpPr txBox="1"/>
          <p:nvPr>
            <p:ph type="title"/>
          </p:nvPr>
        </p:nvSpPr>
        <p:spPr>
          <a:xfrm>
            <a:off x="838200" y="365124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8"/>
          <p:cNvGrpSpPr/>
          <p:nvPr/>
        </p:nvGrpSpPr>
        <p:grpSpPr>
          <a:xfrm>
            <a:off x="0" y="6179518"/>
            <a:ext cx="12192000" cy="714053"/>
            <a:chOff x="0" y="6179518"/>
            <a:chExt cx="12192000" cy="714053"/>
          </a:xfrm>
        </p:grpSpPr>
        <p:sp>
          <p:nvSpPr>
            <p:cNvPr id="11" name="Google Shape;11;p8"/>
            <p:cNvSpPr/>
            <p:nvPr/>
          </p:nvSpPr>
          <p:spPr>
            <a:xfrm>
              <a:off x="0" y="6179518"/>
              <a:ext cx="12192000" cy="714053"/>
            </a:xfrm>
            <a:prstGeom prst="rect">
              <a:avLst/>
            </a:prstGeom>
            <a:solidFill>
              <a:srgbClr val="DDEA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" name="Google Shape;12;p8"/>
            <p:cNvGrpSpPr/>
            <p:nvPr/>
          </p:nvGrpSpPr>
          <p:grpSpPr>
            <a:xfrm>
              <a:off x="199242" y="6324619"/>
              <a:ext cx="3401208" cy="456764"/>
              <a:chOff x="199242" y="6324619"/>
              <a:chExt cx="3401208" cy="456764"/>
            </a:xfrm>
          </p:grpSpPr>
          <p:pic>
            <p:nvPicPr>
              <p:cNvPr descr="DUET" id="13" name="Google Shape;13;p8"/>
              <p:cNvPicPr preferRelativeResize="0"/>
              <p:nvPr/>
            </p:nvPicPr>
            <p:blipFill rotWithShape="1">
              <a:blip r:embed="rId1">
                <a:alphaModFix/>
              </a:blip>
              <a:srcRect b="0" l="0" r="0" t="0"/>
              <a:stretch/>
            </p:blipFill>
            <p:spPr>
              <a:xfrm>
                <a:off x="199242" y="6324619"/>
                <a:ext cx="456765" cy="45676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EDGE Bangladesh" id="14" name="Google Shape;14;p8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815962" y="6346349"/>
                <a:ext cx="860425" cy="41330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BCCTMS - Login" id="15" name="Google Shape;15;p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836342" y="6357499"/>
                <a:ext cx="1764108" cy="39100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6" name="Google Shape;16;p8"/>
          <p:cNvSpPr txBox="1"/>
          <p:nvPr>
            <p:ph type="title"/>
          </p:nvPr>
        </p:nvSpPr>
        <p:spPr>
          <a:xfrm>
            <a:off x="838200" y="365124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8"/>
          <p:cNvSpPr txBox="1"/>
          <p:nvPr>
            <p:ph idx="10" type="dt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Times New Roman"/>
              <a:buNone/>
              <a:defRPr b="1" i="0" sz="18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Times New Roman"/>
              <a:buNone/>
              <a:defRPr b="1" i="0" sz="18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Times New Roman"/>
              <a:buNone/>
              <a:defRPr b="1" i="0" sz="18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Times New Roman"/>
              <a:buNone/>
              <a:defRPr b="1" i="0" sz="18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Times New Roman"/>
              <a:buNone/>
              <a:defRPr b="1" i="0" sz="18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Times New Roman"/>
              <a:buNone/>
              <a:defRPr b="1" i="0" sz="18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Times New Roman"/>
              <a:buNone/>
              <a:defRPr b="1" i="0" sz="18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Times New Roman"/>
              <a:buNone/>
              <a:defRPr b="1" i="0" sz="18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Times New Roman"/>
              <a:buNone/>
              <a:defRPr b="1" i="0" sz="18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  <p:sldLayoutId id="2147483650" r:id="rId5"/>
    <p:sldLayoutId id="2147483651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-scm.com/install/windows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"/>
          <p:cNvGrpSpPr/>
          <p:nvPr/>
        </p:nvGrpSpPr>
        <p:grpSpPr>
          <a:xfrm>
            <a:off x="3100181" y="616944"/>
            <a:ext cx="5804025" cy="1616187"/>
            <a:chOff x="3100181" y="616944"/>
            <a:chExt cx="5804025" cy="1616187"/>
          </a:xfrm>
        </p:grpSpPr>
        <p:sp>
          <p:nvSpPr>
            <p:cNvPr id="56" name="Google Shape;56;p1"/>
            <p:cNvSpPr/>
            <p:nvPr/>
          </p:nvSpPr>
          <p:spPr>
            <a:xfrm>
              <a:off x="3100181" y="616944"/>
              <a:ext cx="5804025" cy="646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rPr b="1" i="0" lang="en-US" sz="3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EDGE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1"/>
            <p:cNvSpPr/>
            <p:nvPr/>
          </p:nvSpPr>
          <p:spPr>
            <a:xfrm>
              <a:off x="3357371" y="1279064"/>
              <a:ext cx="5289640" cy="954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Software Quality Assurance and Testing</a:t>
              </a:r>
              <a:endParaRPr b="1" i="0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DUET" id="58" name="Google Shape;5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2346" y="2445637"/>
            <a:ext cx="875522" cy="875522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"/>
          <p:cNvSpPr txBox="1"/>
          <p:nvPr/>
        </p:nvSpPr>
        <p:spPr>
          <a:xfrm>
            <a:off x="3047144" y="3533666"/>
            <a:ext cx="6097712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Eng. Md. Al Foysal Rabbi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SQA Engineer II, Brain Station 23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 txBox="1"/>
          <p:nvPr>
            <p:ph type="title"/>
          </p:nvPr>
        </p:nvSpPr>
        <p:spPr>
          <a:xfrm>
            <a:off x="709150" y="456239"/>
            <a:ext cx="10515600" cy="10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lang="en-US">
                <a:solidFill>
                  <a:schemeClr val="accent1"/>
                </a:solidFill>
              </a:rPr>
              <a:t>How to install Git</a:t>
            </a:r>
            <a:endParaRPr/>
          </a:p>
        </p:txBody>
      </p:sp>
      <p:sp>
        <p:nvSpPr>
          <p:cNvPr id="65" name="Google Shape;65;p2"/>
          <p:cNvSpPr txBox="1"/>
          <p:nvPr>
            <p:ph idx="12"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Times New Roman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‹#›</a:t>
            </a:fld>
            <a:endParaRPr>
              <a:solidFill>
                <a:srgbClr val="888888"/>
              </a:solidFill>
            </a:endParaRPr>
          </a:p>
        </p:txBody>
      </p:sp>
      <p:sp>
        <p:nvSpPr>
          <p:cNvPr id="66" name="Google Shape;66;p2"/>
          <p:cNvSpPr txBox="1"/>
          <p:nvPr>
            <p:ph idx="1" type="body"/>
          </p:nvPr>
        </p:nvSpPr>
        <p:spPr>
          <a:xfrm>
            <a:off x="838201" y="1944688"/>
            <a:ext cx="10515600" cy="4122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n-US"/>
              <a:t>Fist of all, download the git exe file from URL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https://git-scm.com/install/windows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n-US"/>
              <a:t>Subsequently, install the git to local PC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n-US"/>
              <a:t>After that, version check from the terminal. The command is &lt;git –version&gt;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n-US"/>
              <a:t>Log in to the GitHub account using valid credentials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n-US"/>
              <a:t>Create a repo. The repo name is “Edge-software-testing.”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"/>
          <p:cNvSpPr txBox="1"/>
          <p:nvPr>
            <p:ph type="title"/>
          </p:nvPr>
        </p:nvSpPr>
        <p:spPr>
          <a:xfrm>
            <a:off x="838200" y="474664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/>
              <a:t>Account Configuration </a:t>
            </a:r>
            <a:endParaRPr/>
          </a:p>
        </p:txBody>
      </p:sp>
      <p:sp>
        <p:nvSpPr>
          <p:cNvPr id="72" name="Google Shape;72;p3"/>
          <p:cNvSpPr txBox="1"/>
          <p:nvPr>
            <p:ph idx="12"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Times New Roman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‹#›</a:t>
            </a:fld>
            <a:endParaRPr>
              <a:solidFill>
                <a:srgbClr val="888888"/>
              </a:solidFill>
            </a:endParaRPr>
          </a:p>
        </p:txBody>
      </p:sp>
      <p:pic>
        <p:nvPicPr>
          <p:cNvPr id="73" name="Google Shape;7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287" y="1857374"/>
            <a:ext cx="10639425" cy="36495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 txBox="1"/>
          <p:nvPr>
            <p:ph type="title"/>
          </p:nvPr>
        </p:nvSpPr>
        <p:spPr>
          <a:xfrm>
            <a:off x="838200" y="474664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800"/>
              <a:buFont typeface="Arial"/>
              <a:buNone/>
            </a:pPr>
            <a:r>
              <a:rPr b="1" lang="en-US">
                <a:solidFill>
                  <a:srgbClr val="2F5496"/>
                </a:solidFill>
              </a:rPr>
              <a:t>Short Summery</a:t>
            </a:r>
            <a:endParaRPr/>
          </a:p>
        </p:txBody>
      </p:sp>
      <p:sp>
        <p:nvSpPr>
          <p:cNvPr id="79" name="Google Shape;79;p4"/>
          <p:cNvSpPr txBox="1"/>
          <p:nvPr>
            <p:ph idx="12"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Times New Roman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‹#›</a:t>
            </a:fld>
            <a:endParaRPr>
              <a:solidFill>
                <a:srgbClr val="888888"/>
              </a:solidFill>
            </a:endParaRPr>
          </a:p>
        </p:txBody>
      </p:sp>
      <p:sp>
        <p:nvSpPr>
          <p:cNvPr id="80" name="Google Shape;80;p4"/>
          <p:cNvSpPr txBox="1"/>
          <p:nvPr>
            <p:ph idx="1" type="body"/>
          </p:nvPr>
        </p:nvSpPr>
        <p:spPr>
          <a:xfrm>
            <a:off x="838201" y="1944688"/>
            <a:ext cx="10515600" cy="4122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/>
              <a:t>Install Java (8+)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/>
              <a:t>Download JMeter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/>
              <a:t>Extract JMeter Folder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/>
              <a:t>Run JMeter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/>
              <a:t>(Optional) Add certificate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"/>
          <p:cNvSpPr txBox="1"/>
          <p:nvPr>
            <p:ph type="title"/>
          </p:nvPr>
        </p:nvSpPr>
        <p:spPr>
          <a:xfrm>
            <a:off x="838200" y="474664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 txBox="1"/>
          <p:nvPr>
            <p:ph idx="12"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Times New Roman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‹#›</a:t>
            </a:fld>
            <a:endParaRPr>
              <a:solidFill>
                <a:srgbClr val="888888"/>
              </a:solidFill>
            </a:endParaRPr>
          </a:p>
        </p:txBody>
      </p:sp>
      <p:sp>
        <p:nvSpPr>
          <p:cNvPr id="87" name="Google Shape;87;p5"/>
          <p:cNvSpPr txBox="1"/>
          <p:nvPr>
            <p:ph idx="1" type="body"/>
          </p:nvPr>
        </p:nvSpPr>
        <p:spPr>
          <a:xfrm>
            <a:off x="838201" y="1944688"/>
            <a:ext cx="10515600" cy="4122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88" name="Google Shape;8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6669" y="449101"/>
            <a:ext cx="10737129" cy="5551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/>
          <p:nvPr>
            <p:ph type="title"/>
          </p:nvPr>
        </p:nvSpPr>
        <p:spPr>
          <a:xfrm>
            <a:off x="838200" y="194388"/>
            <a:ext cx="10515600" cy="9597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lang="en-US">
                <a:solidFill>
                  <a:schemeClr val="accent1"/>
                </a:solidFill>
              </a:rPr>
              <a:t>How to clone the git</a:t>
            </a:r>
            <a:endParaRPr/>
          </a:p>
        </p:txBody>
      </p:sp>
      <p:sp>
        <p:nvSpPr>
          <p:cNvPr id="94" name="Google Shape;94;p6"/>
          <p:cNvSpPr txBox="1"/>
          <p:nvPr>
            <p:ph idx="12"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Times New Roman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‹#›</a:t>
            </a:fld>
            <a:endParaRPr>
              <a:solidFill>
                <a:srgbClr val="888888"/>
              </a:solidFill>
            </a:endParaRPr>
          </a:p>
        </p:txBody>
      </p:sp>
      <p:sp>
        <p:nvSpPr>
          <p:cNvPr id="95" name="Google Shape;95;p6"/>
          <p:cNvSpPr txBox="1"/>
          <p:nvPr>
            <p:ph idx="1" type="body"/>
          </p:nvPr>
        </p:nvSpPr>
        <p:spPr>
          <a:xfrm>
            <a:off x="838201" y="1944688"/>
            <a:ext cx="10515600" cy="4122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96" name="Google Shape;9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654" y="1162762"/>
            <a:ext cx="10958660" cy="4904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"/>
          <p:cNvSpPr txBox="1"/>
          <p:nvPr>
            <p:ph type="title"/>
          </p:nvPr>
        </p:nvSpPr>
        <p:spPr>
          <a:xfrm>
            <a:off x="838200" y="474664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/>
              <a:t>Clone successful message</a:t>
            </a:r>
            <a:endParaRPr/>
          </a:p>
        </p:txBody>
      </p:sp>
      <p:sp>
        <p:nvSpPr>
          <p:cNvPr id="102" name="Google Shape;102;p7"/>
          <p:cNvSpPr txBox="1"/>
          <p:nvPr>
            <p:ph idx="12"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Times New Roman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‹#›</a:t>
            </a:fld>
            <a:endParaRPr>
              <a:solidFill>
                <a:srgbClr val="888888"/>
              </a:solidFill>
            </a:endParaRPr>
          </a:p>
        </p:txBody>
      </p:sp>
      <p:pic>
        <p:nvPicPr>
          <p:cNvPr id="103" name="Google Shape;10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199" y="1976152"/>
            <a:ext cx="10822969" cy="375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otesMaster1">
  <a:themeElements>
    <a:clrScheme name="notesMaster1">
      <a:dk1>
        <a:srgbClr val="000000"/>
      </a:dk1>
      <a:lt1>
        <a:srgbClr val="FFFFFF"/>
      </a:lt1>
      <a:dk2>
        <a:srgbClr val="E7E6E6"/>
      </a:dk2>
      <a:lt2>
        <a:srgbClr val="44546A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E7E6E6"/>
      </a:dk2>
      <a:lt2>
        <a:srgbClr val="44546A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2024-06-24T19:24:23Z</dcterms:created>
  <dc:creator>Muhammad Golam Soroar</dc:creator>
</cp:coreProperties>
</file>